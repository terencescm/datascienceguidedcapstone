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nce Michel" userId="868bc8a6c2a36ad8" providerId="LiveId" clId="{4185DE8B-107C-45C9-A0AA-1BC63A26EE9E}"/>
    <pc:docChg chg="custSel modSld">
      <pc:chgData name="Terence Michel" userId="868bc8a6c2a36ad8" providerId="LiveId" clId="{4185DE8B-107C-45C9-A0AA-1BC63A26EE9E}" dt="2025-08-04T23:41:21.167" v="10" actId="5793"/>
      <pc:docMkLst>
        <pc:docMk/>
      </pc:docMkLst>
      <pc:sldChg chg="addSp delSp modSp mod setBg">
        <pc:chgData name="Terence Michel" userId="868bc8a6c2a36ad8" providerId="LiveId" clId="{4185DE8B-107C-45C9-A0AA-1BC63A26EE9E}" dt="2025-08-04T23:40:29.029" v="2" actId="26606"/>
        <pc:sldMkLst>
          <pc:docMk/>
          <pc:sldMk cId="0" sldId="256"/>
        </pc:sldMkLst>
        <pc:spChg chg="mod">
          <ac:chgData name="Terence Michel" userId="868bc8a6c2a36ad8" providerId="LiveId" clId="{4185DE8B-107C-45C9-A0AA-1BC63A26EE9E}" dt="2025-08-04T23:40:29.029" v="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Terence Michel" userId="868bc8a6c2a36ad8" providerId="LiveId" clId="{4185DE8B-107C-45C9-A0AA-1BC63A26EE9E}" dt="2025-08-04T23:40:29.029" v="2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Terence Michel" userId="868bc8a6c2a36ad8" providerId="LiveId" clId="{4185DE8B-107C-45C9-A0AA-1BC63A26EE9E}" dt="2025-08-04T23:40:11.660" v="1" actId="26606"/>
          <ac:spMkLst>
            <pc:docMk/>
            <pc:sldMk cId="0" sldId="256"/>
            <ac:spMk id="8" creationId="{FFD48BC7-DC40-47DE-87EE-9F4B6ECB9ABB}"/>
          </ac:spMkLst>
        </pc:spChg>
        <pc:spChg chg="add del">
          <ac:chgData name="Terence Michel" userId="868bc8a6c2a36ad8" providerId="LiveId" clId="{4185DE8B-107C-45C9-A0AA-1BC63A26EE9E}" dt="2025-08-04T23:40:11.660" v="1" actId="26606"/>
          <ac:spMkLst>
            <pc:docMk/>
            <pc:sldMk cId="0" sldId="256"/>
            <ac:spMk id="10" creationId="{E502BBC7-2C76-46F3-BC24-5985BC13DB88}"/>
          </ac:spMkLst>
        </pc:spChg>
        <pc:spChg chg="add del">
          <ac:chgData name="Terence Michel" userId="868bc8a6c2a36ad8" providerId="LiveId" clId="{4185DE8B-107C-45C9-A0AA-1BC63A26EE9E}" dt="2025-08-04T23:40:11.660" v="1" actId="26606"/>
          <ac:spMkLst>
            <pc:docMk/>
            <pc:sldMk cId="0" sldId="256"/>
            <ac:spMk id="12" creationId="{C7F28D52-2A5F-4D23-81AE-7CB8B591C7AF}"/>
          </ac:spMkLst>
        </pc:spChg>
        <pc:spChg chg="add del">
          <ac:chgData name="Terence Michel" userId="868bc8a6c2a36ad8" providerId="LiveId" clId="{4185DE8B-107C-45C9-A0AA-1BC63A26EE9E}" dt="2025-08-04T23:40:11.660" v="1" actId="26606"/>
          <ac:spMkLst>
            <pc:docMk/>
            <pc:sldMk cId="0" sldId="256"/>
            <ac:spMk id="14" creationId="{3629484E-3792-4B3D-89AD-7C8A1ED0E0D4}"/>
          </ac:spMkLst>
        </pc:spChg>
        <pc:spChg chg="add del">
          <ac:chgData name="Terence Michel" userId="868bc8a6c2a36ad8" providerId="LiveId" clId="{4185DE8B-107C-45C9-A0AA-1BC63A26EE9E}" dt="2025-08-04T23:40:29.029" v="2" actId="26606"/>
          <ac:spMkLst>
            <pc:docMk/>
            <pc:sldMk cId="0" sldId="256"/>
            <ac:spMk id="19" creationId="{943CAA20-3569-4189-9E48-239A229A86CA}"/>
          </ac:spMkLst>
        </pc:spChg>
        <pc:spChg chg="add del">
          <ac:chgData name="Terence Michel" userId="868bc8a6c2a36ad8" providerId="LiveId" clId="{4185DE8B-107C-45C9-A0AA-1BC63A26EE9E}" dt="2025-08-04T23:40:29.029" v="2" actId="26606"/>
          <ac:spMkLst>
            <pc:docMk/>
            <pc:sldMk cId="0" sldId="256"/>
            <ac:spMk id="21" creationId="{DA542B6D-E775-4832-91DC-2D20F857813A}"/>
          </ac:spMkLst>
        </pc:spChg>
        <pc:spChg chg="add">
          <ac:chgData name="Terence Michel" userId="868bc8a6c2a36ad8" providerId="LiveId" clId="{4185DE8B-107C-45C9-A0AA-1BC63A26EE9E}" dt="2025-08-04T23:40:29.029" v="2" actId="26606"/>
          <ac:spMkLst>
            <pc:docMk/>
            <pc:sldMk cId="0" sldId="256"/>
            <ac:spMk id="26" creationId="{BAD76F3E-3A97-486B-B402-44400A8B9173}"/>
          </ac:spMkLst>
        </pc:spChg>
        <pc:spChg chg="add">
          <ac:chgData name="Terence Michel" userId="868bc8a6c2a36ad8" providerId="LiveId" clId="{4185DE8B-107C-45C9-A0AA-1BC63A26EE9E}" dt="2025-08-04T23:40:29.029" v="2" actId="26606"/>
          <ac:spMkLst>
            <pc:docMk/>
            <pc:sldMk cId="0" sldId="256"/>
            <ac:spMk id="28" creationId="{391F6B52-91F4-4AEB-B6DB-29FEBCF28C8B}"/>
          </ac:spMkLst>
        </pc:spChg>
        <pc:spChg chg="add">
          <ac:chgData name="Terence Michel" userId="868bc8a6c2a36ad8" providerId="LiveId" clId="{4185DE8B-107C-45C9-A0AA-1BC63A26EE9E}" dt="2025-08-04T23:40:29.029" v="2" actId="26606"/>
          <ac:spMkLst>
            <pc:docMk/>
            <pc:sldMk cId="0" sldId="256"/>
            <ac:spMk id="30" creationId="{2CD6F061-7C53-44F4-9794-953DB70A451B}"/>
          </ac:spMkLst>
        </pc:spChg>
      </pc:sldChg>
      <pc:sldChg chg="addSp modSp mod setBg">
        <pc:chgData name="Terence Michel" userId="868bc8a6c2a36ad8" providerId="LiveId" clId="{4185DE8B-107C-45C9-A0AA-1BC63A26EE9E}" dt="2025-08-04T23:40:41.448" v="3" actId="26606"/>
        <pc:sldMkLst>
          <pc:docMk/>
          <pc:sldMk cId="0" sldId="257"/>
        </pc:sldMkLst>
        <pc:spChg chg="mod">
          <ac:chgData name="Terence Michel" userId="868bc8a6c2a36ad8" providerId="LiveId" clId="{4185DE8B-107C-45C9-A0AA-1BC63A26EE9E}" dt="2025-08-04T23:40:41.448" v="3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Terence Michel" userId="868bc8a6c2a36ad8" providerId="LiveId" clId="{4185DE8B-107C-45C9-A0AA-1BC63A26EE9E}" dt="2025-08-04T23:40:41.448" v="3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Terence Michel" userId="868bc8a6c2a36ad8" providerId="LiveId" clId="{4185DE8B-107C-45C9-A0AA-1BC63A26EE9E}" dt="2025-08-04T23:40:41.448" v="3" actId="26606"/>
          <ac:spMkLst>
            <pc:docMk/>
            <pc:sldMk cId="0" sldId="257"/>
            <ac:spMk id="8" creationId="{DAF1966E-FD40-4A4A-B61B-C4DF7FA05F06}"/>
          </ac:spMkLst>
        </pc:spChg>
        <pc:spChg chg="add">
          <ac:chgData name="Terence Michel" userId="868bc8a6c2a36ad8" providerId="LiveId" clId="{4185DE8B-107C-45C9-A0AA-1BC63A26EE9E}" dt="2025-08-04T23:40:41.448" v="3" actId="26606"/>
          <ac:spMkLst>
            <pc:docMk/>
            <pc:sldMk cId="0" sldId="257"/>
            <ac:spMk id="10" creationId="{047BFA19-D45E-416B-A404-7AF2F3F27017}"/>
          </ac:spMkLst>
        </pc:spChg>
        <pc:spChg chg="add">
          <ac:chgData name="Terence Michel" userId="868bc8a6c2a36ad8" providerId="LiveId" clId="{4185DE8B-107C-45C9-A0AA-1BC63A26EE9E}" dt="2025-08-04T23:40:41.448" v="3" actId="26606"/>
          <ac:spMkLst>
            <pc:docMk/>
            <pc:sldMk cId="0" sldId="257"/>
            <ac:spMk id="12" creationId="{8E0105E7-23DB-4CF2-8258-FF47C7620F6E}"/>
          </ac:spMkLst>
        </pc:spChg>
        <pc:spChg chg="add">
          <ac:chgData name="Terence Michel" userId="868bc8a6c2a36ad8" providerId="LiveId" clId="{4185DE8B-107C-45C9-A0AA-1BC63A26EE9E}" dt="2025-08-04T23:40:41.448" v="3" actId="26606"/>
          <ac:spMkLst>
            <pc:docMk/>
            <pc:sldMk cId="0" sldId="257"/>
            <ac:spMk id="14" creationId="{074B4F7D-14B2-478B-8BF5-01E4E0C5D263}"/>
          </ac:spMkLst>
        </pc:spChg>
      </pc:sldChg>
      <pc:sldChg chg="addSp modSp mod setBg">
        <pc:chgData name="Terence Michel" userId="868bc8a6c2a36ad8" providerId="LiveId" clId="{4185DE8B-107C-45C9-A0AA-1BC63A26EE9E}" dt="2025-08-04T23:40:45.542" v="4" actId="26606"/>
        <pc:sldMkLst>
          <pc:docMk/>
          <pc:sldMk cId="0" sldId="258"/>
        </pc:sldMkLst>
        <pc:spChg chg="mod">
          <ac:chgData name="Terence Michel" userId="868bc8a6c2a36ad8" providerId="LiveId" clId="{4185DE8B-107C-45C9-A0AA-1BC63A26EE9E}" dt="2025-08-04T23:40:45.542" v="4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Terence Michel" userId="868bc8a6c2a36ad8" providerId="LiveId" clId="{4185DE8B-107C-45C9-A0AA-1BC63A26EE9E}" dt="2025-08-04T23:40:45.542" v="4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Terence Michel" userId="868bc8a6c2a36ad8" providerId="LiveId" clId="{4185DE8B-107C-45C9-A0AA-1BC63A26EE9E}" dt="2025-08-04T23:40:45.542" v="4" actId="26606"/>
          <ac:spMkLst>
            <pc:docMk/>
            <pc:sldMk cId="0" sldId="258"/>
            <ac:spMk id="8" creationId="{DAF1966E-FD40-4A4A-B61B-C4DF7FA05F06}"/>
          </ac:spMkLst>
        </pc:spChg>
        <pc:spChg chg="add">
          <ac:chgData name="Terence Michel" userId="868bc8a6c2a36ad8" providerId="LiveId" clId="{4185DE8B-107C-45C9-A0AA-1BC63A26EE9E}" dt="2025-08-04T23:40:45.542" v="4" actId="26606"/>
          <ac:spMkLst>
            <pc:docMk/>
            <pc:sldMk cId="0" sldId="258"/>
            <ac:spMk id="10" creationId="{047BFA19-D45E-416B-A404-7AF2F3F27017}"/>
          </ac:spMkLst>
        </pc:spChg>
        <pc:spChg chg="add">
          <ac:chgData name="Terence Michel" userId="868bc8a6c2a36ad8" providerId="LiveId" clId="{4185DE8B-107C-45C9-A0AA-1BC63A26EE9E}" dt="2025-08-04T23:40:45.542" v="4" actId="26606"/>
          <ac:spMkLst>
            <pc:docMk/>
            <pc:sldMk cId="0" sldId="258"/>
            <ac:spMk id="12" creationId="{8E0105E7-23DB-4CF2-8258-FF47C7620F6E}"/>
          </ac:spMkLst>
        </pc:spChg>
        <pc:spChg chg="add">
          <ac:chgData name="Terence Michel" userId="868bc8a6c2a36ad8" providerId="LiveId" clId="{4185DE8B-107C-45C9-A0AA-1BC63A26EE9E}" dt="2025-08-04T23:40:45.542" v="4" actId="26606"/>
          <ac:spMkLst>
            <pc:docMk/>
            <pc:sldMk cId="0" sldId="258"/>
            <ac:spMk id="14" creationId="{074B4F7D-14B2-478B-8BF5-01E4E0C5D263}"/>
          </ac:spMkLst>
        </pc:spChg>
      </pc:sldChg>
      <pc:sldChg chg="addSp modSp mod setBg">
        <pc:chgData name="Terence Michel" userId="868bc8a6c2a36ad8" providerId="LiveId" clId="{4185DE8B-107C-45C9-A0AA-1BC63A26EE9E}" dt="2025-08-04T23:41:21.167" v="10" actId="5793"/>
        <pc:sldMkLst>
          <pc:docMk/>
          <pc:sldMk cId="0" sldId="259"/>
        </pc:sldMkLst>
        <pc:spChg chg="mod">
          <ac:chgData name="Terence Michel" userId="868bc8a6c2a36ad8" providerId="LiveId" clId="{4185DE8B-107C-45C9-A0AA-1BC63A26EE9E}" dt="2025-08-04T23:40:48.489" v="5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Terence Michel" userId="868bc8a6c2a36ad8" providerId="LiveId" clId="{4185DE8B-107C-45C9-A0AA-1BC63A26EE9E}" dt="2025-08-04T23:41:21.167" v="10" actId="5793"/>
          <ac:spMkLst>
            <pc:docMk/>
            <pc:sldMk cId="0" sldId="259"/>
            <ac:spMk id="3" creationId="{00000000-0000-0000-0000-000000000000}"/>
          </ac:spMkLst>
        </pc:spChg>
        <pc:spChg chg="add">
          <ac:chgData name="Terence Michel" userId="868bc8a6c2a36ad8" providerId="LiveId" clId="{4185DE8B-107C-45C9-A0AA-1BC63A26EE9E}" dt="2025-08-04T23:40:48.489" v="5" actId="26606"/>
          <ac:spMkLst>
            <pc:docMk/>
            <pc:sldMk cId="0" sldId="259"/>
            <ac:spMk id="8" creationId="{DAF1966E-FD40-4A4A-B61B-C4DF7FA05F06}"/>
          </ac:spMkLst>
        </pc:spChg>
        <pc:spChg chg="add">
          <ac:chgData name="Terence Michel" userId="868bc8a6c2a36ad8" providerId="LiveId" clId="{4185DE8B-107C-45C9-A0AA-1BC63A26EE9E}" dt="2025-08-04T23:40:48.489" v="5" actId="26606"/>
          <ac:spMkLst>
            <pc:docMk/>
            <pc:sldMk cId="0" sldId="259"/>
            <ac:spMk id="10" creationId="{047BFA19-D45E-416B-A404-7AF2F3F27017}"/>
          </ac:spMkLst>
        </pc:spChg>
        <pc:spChg chg="add">
          <ac:chgData name="Terence Michel" userId="868bc8a6c2a36ad8" providerId="LiveId" clId="{4185DE8B-107C-45C9-A0AA-1BC63A26EE9E}" dt="2025-08-04T23:40:48.489" v="5" actId="26606"/>
          <ac:spMkLst>
            <pc:docMk/>
            <pc:sldMk cId="0" sldId="259"/>
            <ac:spMk id="12" creationId="{8E0105E7-23DB-4CF2-8258-FF47C7620F6E}"/>
          </ac:spMkLst>
        </pc:spChg>
        <pc:spChg chg="add">
          <ac:chgData name="Terence Michel" userId="868bc8a6c2a36ad8" providerId="LiveId" clId="{4185DE8B-107C-45C9-A0AA-1BC63A26EE9E}" dt="2025-08-04T23:40:48.489" v="5" actId="26606"/>
          <ac:spMkLst>
            <pc:docMk/>
            <pc:sldMk cId="0" sldId="259"/>
            <ac:spMk id="14" creationId="{074B4F7D-14B2-478B-8BF5-01E4E0C5D263}"/>
          </ac:spMkLst>
        </pc:spChg>
      </pc:sldChg>
      <pc:sldChg chg="addSp modSp mod setBg">
        <pc:chgData name="Terence Michel" userId="868bc8a6c2a36ad8" providerId="LiveId" clId="{4185DE8B-107C-45C9-A0AA-1BC63A26EE9E}" dt="2025-08-04T23:40:53.167" v="6" actId="26606"/>
        <pc:sldMkLst>
          <pc:docMk/>
          <pc:sldMk cId="0" sldId="260"/>
        </pc:sldMkLst>
        <pc:spChg chg="mod">
          <ac:chgData name="Terence Michel" userId="868bc8a6c2a36ad8" providerId="LiveId" clId="{4185DE8B-107C-45C9-A0AA-1BC63A26EE9E}" dt="2025-08-04T23:40:53.167" v="6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Terence Michel" userId="868bc8a6c2a36ad8" providerId="LiveId" clId="{4185DE8B-107C-45C9-A0AA-1BC63A26EE9E}" dt="2025-08-04T23:40:53.167" v="6" actId="26606"/>
          <ac:spMkLst>
            <pc:docMk/>
            <pc:sldMk cId="0" sldId="260"/>
            <ac:spMk id="9" creationId="{5DCB5928-DC7D-4612-9922-441966E15627}"/>
          </ac:spMkLst>
        </pc:spChg>
        <pc:spChg chg="add">
          <ac:chgData name="Terence Michel" userId="868bc8a6c2a36ad8" providerId="LiveId" clId="{4185DE8B-107C-45C9-A0AA-1BC63A26EE9E}" dt="2025-08-04T23:40:53.167" v="6" actId="26606"/>
          <ac:spMkLst>
            <pc:docMk/>
            <pc:sldMk cId="0" sldId="260"/>
            <ac:spMk id="11" creationId="{682C1161-1736-45EC-99B7-33F3CAE9D517}"/>
          </ac:spMkLst>
        </pc:spChg>
        <pc:spChg chg="add">
          <ac:chgData name="Terence Michel" userId="868bc8a6c2a36ad8" providerId="LiveId" clId="{4185DE8B-107C-45C9-A0AA-1BC63A26EE9E}" dt="2025-08-04T23:40:53.167" v="6" actId="26606"/>
          <ac:spMkLst>
            <pc:docMk/>
            <pc:sldMk cId="0" sldId="260"/>
            <ac:spMk id="13" creationId="{84D4DDB8-B68F-45B0-9F62-C4279996F672}"/>
          </ac:spMkLst>
        </pc:spChg>
        <pc:spChg chg="add">
          <ac:chgData name="Terence Michel" userId="868bc8a6c2a36ad8" providerId="LiveId" clId="{4185DE8B-107C-45C9-A0AA-1BC63A26EE9E}" dt="2025-08-04T23:40:53.167" v="6" actId="26606"/>
          <ac:spMkLst>
            <pc:docMk/>
            <pc:sldMk cId="0" sldId="260"/>
            <ac:spMk id="15" creationId="{AF2F604E-43BE-4DC3-B983-E071523364F8}"/>
          </ac:spMkLst>
        </pc:spChg>
        <pc:spChg chg="add">
          <ac:chgData name="Terence Michel" userId="868bc8a6c2a36ad8" providerId="LiveId" clId="{4185DE8B-107C-45C9-A0AA-1BC63A26EE9E}" dt="2025-08-04T23:40:53.167" v="6" actId="26606"/>
          <ac:spMkLst>
            <pc:docMk/>
            <pc:sldMk cId="0" sldId="260"/>
            <ac:spMk id="17" creationId="{08C9B587-E65E-4B52-B37C-ABEBB6E87928}"/>
          </ac:spMkLst>
        </pc:spChg>
        <pc:picChg chg="mod">
          <ac:chgData name="Terence Michel" userId="868bc8a6c2a36ad8" providerId="LiveId" clId="{4185DE8B-107C-45C9-A0AA-1BC63A26EE9E}" dt="2025-08-04T23:40:53.167" v="6" actId="26606"/>
          <ac:picMkLst>
            <pc:docMk/>
            <pc:sldMk cId="0" sldId="260"/>
            <ac:picMk id="4" creationId="{00000000-0000-0000-0000-000000000000}"/>
          </ac:picMkLst>
        </pc:picChg>
      </pc:sldChg>
      <pc:sldChg chg="addSp modSp mod setBg">
        <pc:chgData name="Terence Michel" userId="868bc8a6c2a36ad8" providerId="LiveId" clId="{4185DE8B-107C-45C9-A0AA-1BC63A26EE9E}" dt="2025-08-04T23:40:58.248" v="7" actId="26606"/>
        <pc:sldMkLst>
          <pc:docMk/>
          <pc:sldMk cId="0" sldId="261"/>
        </pc:sldMkLst>
        <pc:spChg chg="mod">
          <ac:chgData name="Terence Michel" userId="868bc8a6c2a36ad8" providerId="LiveId" clId="{4185DE8B-107C-45C9-A0AA-1BC63A26EE9E}" dt="2025-08-04T23:40:58.248" v="7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Terence Michel" userId="868bc8a6c2a36ad8" providerId="LiveId" clId="{4185DE8B-107C-45C9-A0AA-1BC63A26EE9E}" dt="2025-08-04T23:40:58.248" v="7" actId="26606"/>
          <ac:spMkLst>
            <pc:docMk/>
            <pc:sldMk cId="0" sldId="261"/>
            <ac:spMk id="9" creationId="{5DCB5928-DC7D-4612-9922-441966E15627}"/>
          </ac:spMkLst>
        </pc:spChg>
        <pc:spChg chg="add">
          <ac:chgData name="Terence Michel" userId="868bc8a6c2a36ad8" providerId="LiveId" clId="{4185DE8B-107C-45C9-A0AA-1BC63A26EE9E}" dt="2025-08-04T23:40:58.248" v="7" actId="26606"/>
          <ac:spMkLst>
            <pc:docMk/>
            <pc:sldMk cId="0" sldId="261"/>
            <ac:spMk id="11" creationId="{682C1161-1736-45EC-99B7-33F3CAE9D517}"/>
          </ac:spMkLst>
        </pc:spChg>
        <pc:spChg chg="add">
          <ac:chgData name="Terence Michel" userId="868bc8a6c2a36ad8" providerId="LiveId" clId="{4185DE8B-107C-45C9-A0AA-1BC63A26EE9E}" dt="2025-08-04T23:40:58.248" v="7" actId="26606"/>
          <ac:spMkLst>
            <pc:docMk/>
            <pc:sldMk cId="0" sldId="261"/>
            <ac:spMk id="13" creationId="{84D4DDB8-B68F-45B0-9F62-C4279996F672}"/>
          </ac:spMkLst>
        </pc:spChg>
        <pc:spChg chg="add">
          <ac:chgData name="Terence Michel" userId="868bc8a6c2a36ad8" providerId="LiveId" clId="{4185DE8B-107C-45C9-A0AA-1BC63A26EE9E}" dt="2025-08-04T23:40:58.248" v="7" actId="26606"/>
          <ac:spMkLst>
            <pc:docMk/>
            <pc:sldMk cId="0" sldId="261"/>
            <ac:spMk id="15" creationId="{AF2F604E-43BE-4DC3-B983-E071523364F8}"/>
          </ac:spMkLst>
        </pc:spChg>
        <pc:spChg chg="add">
          <ac:chgData name="Terence Michel" userId="868bc8a6c2a36ad8" providerId="LiveId" clId="{4185DE8B-107C-45C9-A0AA-1BC63A26EE9E}" dt="2025-08-04T23:40:58.248" v="7" actId="26606"/>
          <ac:spMkLst>
            <pc:docMk/>
            <pc:sldMk cId="0" sldId="261"/>
            <ac:spMk id="17" creationId="{08C9B587-E65E-4B52-B37C-ABEBB6E87928}"/>
          </ac:spMkLst>
        </pc:spChg>
        <pc:picChg chg="mod">
          <ac:chgData name="Terence Michel" userId="868bc8a6c2a36ad8" providerId="LiveId" clId="{4185DE8B-107C-45C9-A0AA-1BC63A26EE9E}" dt="2025-08-04T23:40:58.248" v="7" actId="26606"/>
          <ac:picMkLst>
            <pc:docMk/>
            <pc:sldMk cId="0" sldId="261"/>
            <ac:picMk id="4" creationId="{00000000-0000-0000-0000-000000000000}"/>
          </ac:picMkLst>
        </pc:picChg>
      </pc:sldChg>
      <pc:sldChg chg="addSp modSp mod setBg">
        <pc:chgData name="Terence Michel" userId="868bc8a6c2a36ad8" providerId="LiveId" clId="{4185DE8B-107C-45C9-A0AA-1BC63A26EE9E}" dt="2025-08-04T23:41:04.058" v="8" actId="26606"/>
        <pc:sldMkLst>
          <pc:docMk/>
          <pc:sldMk cId="0" sldId="262"/>
        </pc:sldMkLst>
        <pc:spChg chg="mod">
          <ac:chgData name="Terence Michel" userId="868bc8a6c2a36ad8" providerId="LiveId" clId="{4185DE8B-107C-45C9-A0AA-1BC63A26EE9E}" dt="2025-08-04T23:41:04.058" v="8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Terence Michel" userId="868bc8a6c2a36ad8" providerId="LiveId" clId="{4185DE8B-107C-45C9-A0AA-1BC63A26EE9E}" dt="2025-08-04T23:41:04.058" v="8" actId="26606"/>
          <ac:spMkLst>
            <pc:docMk/>
            <pc:sldMk cId="0" sldId="262"/>
            <ac:spMk id="9" creationId="{5DCB5928-DC7D-4612-9922-441966E15627}"/>
          </ac:spMkLst>
        </pc:spChg>
        <pc:spChg chg="add">
          <ac:chgData name="Terence Michel" userId="868bc8a6c2a36ad8" providerId="LiveId" clId="{4185DE8B-107C-45C9-A0AA-1BC63A26EE9E}" dt="2025-08-04T23:41:04.058" v="8" actId="26606"/>
          <ac:spMkLst>
            <pc:docMk/>
            <pc:sldMk cId="0" sldId="262"/>
            <ac:spMk id="11" creationId="{682C1161-1736-45EC-99B7-33F3CAE9D517}"/>
          </ac:spMkLst>
        </pc:spChg>
        <pc:spChg chg="add">
          <ac:chgData name="Terence Michel" userId="868bc8a6c2a36ad8" providerId="LiveId" clId="{4185DE8B-107C-45C9-A0AA-1BC63A26EE9E}" dt="2025-08-04T23:41:04.058" v="8" actId="26606"/>
          <ac:spMkLst>
            <pc:docMk/>
            <pc:sldMk cId="0" sldId="262"/>
            <ac:spMk id="13" creationId="{84D4DDB8-B68F-45B0-9F62-C4279996F672}"/>
          </ac:spMkLst>
        </pc:spChg>
        <pc:spChg chg="add">
          <ac:chgData name="Terence Michel" userId="868bc8a6c2a36ad8" providerId="LiveId" clId="{4185DE8B-107C-45C9-A0AA-1BC63A26EE9E}" dt="2025-08-04T23:41:04.058" v="8" actId="26606"/>
          <ac:spMkLst>
            <pc:docMk/>
            <pc:sldMk cId="0" sldId="262"/>
            <ac:spMk id="15" creationId="{AF2F604E-43BE-4DC3-B983-E071523364F8}"/>
          </ac:spMkLst>
        </pc:spChg>
        <pc:spChg chg="add">
          <ac:chgData name="Terence Michel" userId="868bc8a6c2a36ad8" providerId="LiveId" clId="{4185DE8B-107C-45C9-A0AA-1BC63A26EE9E}" dt="2025-08-04T23:41:04.058" v="8" actId="26606"/>
          <ac:spMkLst>
            <pc:docMk/>
            <pc:sldMk cId="0" sldId="262"/>
            <ac:spMk id="17" creationId="{08C9B587-E65E-4B52-B37C-ABEBB6E87928}"/>
          </ac:spMkLst>
        </pc:spChg>
        <pc:picChg chg="mod">
          <ac:chgData name="Terence Michel" userId="868bc8a6c2a36ad8" providerId="LiveId" clId="{4185DE8B-107C-45C9-A0AA-1BC63A26EE9E}" dt="2025-08-04T23:41:04.058" v="8" actId="26606"/>
          <ac:picMkLst>
            <pc:docMk/>
            <pc:sldMk cId="0" sldId="262"/>
            <ac:picMk id="4" creationId="{00000000-0000-0000-0000-000000000000}"/>
          </ac:picMkLst>
        </pc:picChg>
      </pc:sldChg>
      <pc:sldChg chg="addSp modSp mod setBg">
        <pc:chgData name="Terence Michel" userId="868bc8a6c2a36ad8" providerId="LiveId" clId="{4185DE8B-107C-45C9-A0AA-1BC63A26EE9E}" dt="2025-08-04T23:41:07.530" v="9" actId="26606"/>
        <pc:sldMkLst>
          <pc:docMk/>
          <pc:sldMk cId="0" sldId="264"/>
        </pc:sldMkLst>
        <pc:spChg chg="mod">
          <ac:chgData name="Terence Michel" userId="868bc8a6c2a36ad8" providerId="LiveId" clId="{4185DE8B-107C-45C9-A0AA-1BC63A26EE9E}" dt="2025-08-04T23:41:07.530" v="9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Terence Michel" userId="868bc8a6c2a36ad8" providerId="LiveId" clId="{4185DE8B-107C-45C9-A0AA-1BC63A26EE9E}" dt="2025-08-04T23:41:07.530" v="9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Terence Michel" userId="868bc8a6c2a36ad8" providerId="LiveId" clId="{4185DE8B-107C-45C9-A0AA-1BC63A26EE9E}" dt="2025-08-04T23:41:07.530" v="9" actId="26606"/>
          <ac:spMkLst>
            <pc:docMk/>
            <pc:sldMk cId="0" sldId="264"/>
            <ac:spMk id="8" creationId="{DAF1966E-FD40-4A4A-B61B-C4DF7FA05F06}"/>
          </ac:spMkLst>
        </pc:spChg>
        <pc:spChg chg="add">
          <ac:chgData name="Terence Michel" userId="868bc8a6c2a36ad8" providerId="LiveId" clId="{4185DE8B-107C-45C9-A0AA-1BC63A26EE9E}" dt="2025-08-04T23:41:07.530" v="9" actId="26606"/>
          <ac:spMkLst>
            <pc:docMk/>
            <pc:sldMk cId="0" sldId="264"/>
            <ac:spMk id="10" creationId="{047BFA19-D45E-416B-A404-7AF2F3F27017}"/>
          </ac:spMkLst>
        </pc:spChg>
        <pc:spChg chg="add">
          <ac:chgData name="Terence Michel" userId="868bc8a6c2a36ad8" providerId="LiveId" clId="{4185DE8B-107C-45C9-A0AA-1BC63A26EE9E}" dt="2025-08-04T23:41:07.530" v="9" actId="26606"/>
          <ac:spMkLst>
            <pc:docMk/>
            <pc:sldMk cId="0" sldId="264"/>
            <ac:spMk id="12" creationId="{8E0105E7-23DB-4CF2-8258-FF47C7620F6E}"/>
          </ac:spMkLst>
        </pc:spChg>
        <pc:spChg chg="add">
          <ac:chgData name="Terence Michel" userId="868bc8a6c2a36ad8" providerId="LiveId" clId="{4185DE8B-107C-45C9-A0AA-1BC63A26EE9E}" dt="2025-08-04T23:41:07.530" v="9" actId="26606"/>
          <ac:spMkLst>
            <pc:docMk/>
            <pc:sldMk cId="0" sldId="264"/>
            <ac:spMk id="14" creationId="{074B4F7D-14B2-478B-8BF5-01E4E0C5D26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093788"/>
            <a:ext cx="7879841" cy="2967208"/>
          </a:xfrm>
        </p:spPr>
        <p:txBody>
          <a:bodyPr>
            <a:normAutofit/>
          </a:bodyPr>
          <a:lstStyle/>
          <a:p>
            <a:pPr algn="l"/>
            <a:r>
              <a:rPr lang="en-US" sz="7000"/>
              <a:t>Big Mountain Resort: 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50693" y="4619624"/>
            <a:ext cx="2960084" cy="10382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000"/>
              <a:t>Guided Capstone | Price Optimization Strategy</a:t>
            </a:r>
          </a:p>
          <a:p>
            <a:pPr algn="r">
              <a:lnSpc>
                <a:spcPct val="90000"/>
              </a:lnSpc>
            </a:pPr>
            <a:r>
              <a:rPr lang="en-US" sz="2000"/>
              <a:t>By Terence Michel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433116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03304" y="2842186"/>
            <a:ext cx="54864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Problem Identification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/>
              <a:t>Big Mountain Resort may be undervaluing its adult weekend tickets.</a:t>
            </a:r>
          </a:p>
          <a:p>
            <a:r>
              <a:rPr lang="en-US" sz="1900"/>
              <a:t>This project compares ticket prices and features across North American ski resorts to identify a data-driven pricing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Data Wrangling &amp; Feature Engineering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/>
              <a:t>Cleaned and merged datasets with missing value imputation</a:t>
            </a:r>
          </a:p>
          <a:p>
            <a:r>
              <a:rPr lang="en-US" sz="1900"/>
              <a:t>Standardized resort names, states, and regions</a:t>
            </a:r>
          </a:p>
          <a:p>
            <a:r>
              <a:rPr lang="en-US" sz="1900"/>
              <a:t>Derived features like resort density and terrain attributes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Recommendation &amp; Key Findings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 dirty="0"/>
              <a:t>Raise ticket price from ~$70 to $78–$80.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dirty="0"/>
              <a:t>Justification:</a:t>
            </a:r>
          </a:p>
          <a:p>
            <a:r>
              <a:rPr lang="en-US" sz="1900" dirty="0"/>
              <a:t>Ridge model shows 13% undervaluation</a:t>
            </a:r>
          </a:p>
          <a:p>
            <a:r>
              <a:rPr lang="en-US" sz="1900" dirty="0"/>
              <a:t>Peer resorts with similar features charge more</a:t>
            </a:r>
          </a:p>
          <a:p>
            <a:r>
              <a:rPr lang="en-US" sz="1900" dirty="0"/>
              <a:t>Infrastructure improvements can support future increases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Modeling Performance: R² ≈ 0.82, MAE ≈ $9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extracted_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767" y="1400682"/>
            <a:ext cx="4806627" cy="3905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SelectKBest Features and Model Outputs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extracted_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767" y="2253858"/>
            <a:ext cx="4806627" cy="21990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Scenario Analysis: Price Sensitivity to Upgrades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extracted_im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767" y="2193775"/>
            <a:ext cx="4806627" cy="2319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Conclusion &amp; Future Scope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/>
              <a:t>Big Mountain is undervalued and missing revenue</a:t>
            </a:r>
          </a:p>
          <a:p>
            <a:r>
              <a:rPr lang="en-US" sz="1900"/>
              <a:t>Incremental facility upgrades support higher pricing</a:t>
            </a:r>
          </a:p>
          <a:p>
            <a:r>
              <a:rPr lang="en-US" sz="1900"/>
              <a:t>Future enhancements:</a:t>
            </a:r>
          </a:p>
          <a:p>
            <a:pPr lvl="1"/>
            <a:r>
              <a:rPr lang="en-US" sz="1900"/>
              <a:t>Seasonal and dynamic pricing models</a:t>
            </a:r>
          </a:p>
          <a:p>
            <a:pPr lvl="1"/>
            <a:r>
              <a:rPr lang="en-US" sz="1900"/>
              <a:t>Cluster-based recommendations</a:t>
            </a:r>
          </a:p>
          <a:p>
            <a:pPr lvl="1"/>
            <a:r>
              <a:rPr lang="en-US" sz="1900"/>
              <a:t>Consumer behavior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166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Big Mountain Resort: Executive Summary</vt:lpstr>
      <vt:lpstr>Problem Identification</vt:lpstr>
      <vt:lpstr>Data Wrangling &amp; Feature Engineering</vt:lpstr>
      <vt:lpstr>Recommendation &amp; Key Findings</vt:lpstr>
      <vt:lpstr>Modeling Performance: R² ≈ 0.82, MAE ≈ $9</vt:lpstr>
      <vt:lpstr>SelectKBest Features and Model Outputs</vt:lpstr>
      <vt:lpstr>Scenario Analysis: Price Sensitivity to Upgrades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Terence Michel</dc:creator>
  <cp:keywords/>
  <dc:description>generated using python-pptx</dc:description>
  <cp:lastModifiedBy>Terence Michel</cp:lastModifiedBy>
  <cp:revision>2</cp:revision>
  <dcterms:created xsi:type="dcterms:W3CDTF">2013-01-27T09:14:16Z</dcterms:created>
  <dcterms:modified xsi:type="dcterms:W3CDTF">2025-08-04T23:41:30Z</dcterms:modified>
  <cp:category/>
</cp:coreProperties>
</file>